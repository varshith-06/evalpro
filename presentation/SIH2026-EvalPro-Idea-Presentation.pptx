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1883664"/>
            <a:ext cx="65836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16</a:t>
            </a:r>
            <a:endParaRPr lang="en-US" dirty="0"/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Nullcheck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365760" y="219456"/>
            <a:ext cx="9509760" cy="713232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spcAft>
                <a:spcPts val="400"/>
              </a:spcAft>
              <a:buFont typeface="Wingdings" pitchFamily="34" charset="0"/>
              <a:buChar char="v"/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English. No answer key and no test cases needed.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platform reads how the student solved it and marks the approach, with a reason for every mark.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right method with one wrong line still scores. Code that will not even run is still read.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is tied to a topic, so a term of marks becomes a picture of what a student understands.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the college's existing system for labs, submissions and class lists.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Groups the class's mistakes, so a teacher sees the few things most people got wrong.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Flags students slipping behind while there is still time to help them.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who thinks a mark is wrong can challenge it, and a teacher answers.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Other auto-graders ask “did the output match?”. This one asks “was the idea right?”.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So a teacher can set an open question and still get it marked - no test cases to write.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spots copied work by showing the matching lines - the teacher decides, not the machine.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checks its own fairness: if it marks one group differently, it says so before results go out.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2487168"/>
            <a:ext cx="11503152" cy="1170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spcAft>
                <a:spcPts val="500"/>
              </a:spcAft>
              <a:buFont typeface="Wingdings" pitchFamily="34" charset="0"/>
              <a:buChar char="v"/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AI cost per submission marked.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65760" y="3547872"/>
            <a:ext cx="1975104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Model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Confidence estimator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Knowledge tracing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Misconception clustering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Copy detector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Algorithm identifier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Report checker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Early warning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Language detector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340864" y="3547872"/>
            <a:ext cx="2724912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Algorithm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Gradient boosting, tabular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Bayesian knowledge tracing, EM-fitted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HDBSCAN over error signatures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Winnowing (MOSS) + graph embeddings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Graph neural net over the CFG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DeBERTa-v3 encoder, 3-way entailment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Gradient boosting, calibrated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Gradient boosting on lexical features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65776" y="3547872"/>
            <a:ext cx="3072384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What it decides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which marks are safe to release without a teacher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what each student knows, topic by topic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few mistakes the whole class is making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copies that renaming and reordering hide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which method the student actually used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whether the write-up matches the code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who is slipping behind, and why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what it is written in and how to run it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138160" y="3547872"/>
            <a:ext cx="3749039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How it is trained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a teacher corrects, forever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stream of marks itself - no labelling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unsupervised - works from day one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self-supervised: copies made by renaming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reference solutions and teacher tags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AI drafts labels, teachers correct, then distil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past outcomes, bias-audited before release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auto-labelled from any code corpus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65760" y="5155387"/>
            <a:ext cx="11064240" cy="21945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Bold: learns from data already. The rest run on hand-written rules behind the same interface until a semester of use supplies labels. The AI drafts and labels; it never marks a submission.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9184" y="5541264"/>
            <a:ext cx="11503152" cy="7863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spcAft>
                <a:spcPts val="500"/>
              </a:spcAft>
              <a:buFont typeface="Wingdings" pitchFamily="34" charset="0"/>
              <a:buChar char="v"/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 approves the topic map and the rubric; both are drafted for them, neither is imposed.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9184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944368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236976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read how it was solved,
run it safely, judge the approach,
explain every mark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5852160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6144768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8759952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9052560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29184" y="2066543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topic; topics link into a prerequisite map the system walks to find the root gap, not the symptom.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097280"/>
            <a:ext cx="6126480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 anchor="t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35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go back to the gradebook.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35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data is protected by law, here and abroad.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Everyone submits in the last hour before the deadline.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35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Role-scoped access, and a student can see what is inferred about them.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queue that adds workers on demand, with a ceiling per lab.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693408" y="1152144"/>
            <a:ext cx="5138928" cy="3922776"/>
          </a:xfrm>
          <a:prstGeom prst="roundRect">
            <a:avLst>
              <a:gd name="adj" fmla="val 3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876288" y="1271016"/>
            <a:ext cx="4773168" cy="36850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sz="12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Running untrusted code safely - the shipped design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Its own tiny virtual machine</a:t>
            </a:r>
          </a:p>
          <a:p>
            <a:pPr algn="l" marL="219456" indent="0">
              <a:lnSpc>
                <a:spcPct val="104000"/>
              </a:lnSpc>
              <a:spcAft>
                <a:spcPts val="80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submission gets a Firecracker microVM, not just a container, so an escape still lands nowhere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An allow-list of system calls</a:t>
            </a:r>
          </a:p>
          <a:p>
            <a:pPr algn="l" marL="219456" indent="0">
              <a:lnSpc>
                <a:spcPct val="104000"/>
              </a:lnSpc>
              <a:spcAft>
                <a:spcPts val="80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seccomp-bpf: anything not on the list is denied, and repeated denials from one student raise a flag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No network at all</a:t>
            </a:r>
          </a:p>
          <a:p>
            <a:pPr algn="l" marL="219456" indent="0">
              <a:lnSpc>
                <a:spcPct val="104000"/>
              </a:lnSpc>
              <a:spcAft>
                <a:spcPts val="80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no interfaces, no loopback, and the package manager is not reachable - nothing can phone home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Hard ceilings</a:t>
            </a:r>
          </a:p>
          <a:p>
            <a:pPr algn="l" marL="219456" indent="0">
              <a:lnSpc>
                <a:spcPct val="104000"/>
              </a:lnSpc>
              <a:spcAft>
                <a:spcPts val="80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memory, processes and CPU are capped, so a fork bomb or a runaway loop dies instead of the server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Destroyed after every run</a:t>
            </a:r>
          </a:p>
          <a:p>
            <a:pPr algn="l" marL="219456" indent="0">
              <a:lnSpc>
                <a:spcPct val="104000"/>
              </a:lnSpc>
              <a:spcAft>
                <a:spcPts val="80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one-shot machines, so nothing a student leaves behind can reach the next student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Nothing worth stealing inside</a:t>
            </a:r>
          </a:p>
          <a:p>
            <a:pPr algn="l" marL="219456" indent="0">
              <a:lnSpc>
                <a:spcPct val="104000"/>
              </a:lnSpc>
              <a:spcAft>
                <a:spcPts val="80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enters, and workers hold no keys and no database - a full breach wins one job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and no AI cost per submission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16736"/>
            <a:ext cx="11503152" cy="25968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 anchor="t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4059936"/>
            <a:ext cx="3712463" cy="1847088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75488" y="4169664"/>
            <a:ext cx="3419856" cy="16276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spcAft>
                <a:spcPts val="500"/>
              </a:spcAft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Works with what a college already has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Moodle, Canvas, Blackboard or Google Classroom (LTI 1.3).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Class lists come in, marks go back out - nobody keeps two gradebooks.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One parser reads 40+ languages, so it is not a Python-only tool.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Reports out as PDF, Excel or CSV for accreditation files.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24528" y="4059936"/>
            <a:ext cx="3712463" cy="1847088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70832" y="4169664"/>
            <a:ext cx="3419856" cy="16276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spcAft>
                <a:spcPts val="500"/>
              </a:spcAft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Claims we are willing to be measured on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Agrees with teachers on held-back marking, or it does not ship.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Under 3% of released marks later overturned.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submission marked in under three minutes at the deadline rush.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at risk flagged three weeks before it is too late.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19871" y="4059936"/>
            <a:ext cx="3712463" cy="1847088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266175" y="4169664"/>
            <a:ext cx="3419856" cy="16276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spcAft>
                <a:spcPts val="500"/>
              </a:spcAft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The road from here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Today: a working prototype, marking a class of 24 end to end.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1: the models start learning; about 40% marked without a human.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2: about 70%, and the full picture of the course.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3: about 85%, steady, and the AI drafting replaced by our own model.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spcAft>
                <a:spcPts val="10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