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201168"/>
            <a:ext cx="7973568" cy="73152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1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submits their lab program. It is run, marked, and every mark is explained.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Each mark is tied to a topic, so a student sees which topic is weak - not just which lab.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Those marks add up across the semester into a picture of what each student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Collects labs, submissions and class lists from the college's existing system.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Analyses each submission, each student, each question and the whole class.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Tells students what to revise, and teachers what to explain again.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thinking, not just the output - a right idea with one wrong line still scores.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When it is unsure, it says so and hands the work to a human.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3310128"/>
            <a:ext cx="11503152" cy="29077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Proven methods for marking, plagiarism checking and tracking what a learner knows.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paid AI service to mark a submission.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100"/>
              </a:spcBef>
              <a:spcAft>
                <a:spcPts val="600"/>
              </a:spcAft>
            </a:pPr>
            <a:r>
              <a:rPr sz="15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English; the platform shows what it will check before anything is published.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29184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944368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3236976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run the program safely,
check it against the rubric,
explain every mark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5852160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6144768" y="1115568"/>
            <a:ext cx="2615184" cy="1481328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8759952" y="1856232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9052560" y="1115568"/>
            <a:ext cx="2615184" cy="1481328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29184" y="2651760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topic. That one link is what turns a pile of lab marks into a picture of what a student actually understands.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return to the existing gradebook.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no paid AI service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89888"/>
            <a:ext cx="11503152" cy="4791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