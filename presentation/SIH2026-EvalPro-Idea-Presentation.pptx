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201168"/>
            <a:ext cx="7973568" cy="73152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1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English. No answer key and no test cases needed.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platform reads how the student solved it and marks the approach, with a reason for every mark.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right method with one wrong line still scores. Code that will not even run is still read.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is tied to a topic, so a term of marks becomes a picture of what a student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the college's existing system for labs, submissions and class lists.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Groups the class's mistakes, so a teacher sees the few things most people got wrong.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Flags students slipping behind while there is still time to help them.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who thinks a mark is wrong can challenge it, and a teacher answers.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Other auto-graders ask “did the output match?”. This one asks “was the idea right?”.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So a teacher can set an open question and still get it marked - no test cases to write.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spots copied work by showing the matching lines - the teacher decides, not the machine.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checks its own fairness: if it marks one group differently, it says so before results go out.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3310128"/>
            <a:ext cx="11503152" cy="29077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Proven methods for marking, plagiarism checking and tracking what a learner knows.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paid AI service to mark a submission.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Before publishing, the teacher sees exactly what will be checked, and can change any of it.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944368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3236976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read how it was solved,
run it safely, judge the approach,
explain every mark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5852160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6144768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8759952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9052560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651760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topic. That one link is what turns a pile of lab marks into a picture of what a student actually understands.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return to the existing gradebook.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no paid AI service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89888"/>
            <a:ext cx="11503152" cy="4791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