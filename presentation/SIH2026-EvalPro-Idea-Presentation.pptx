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920240"/>
            <a:ext cx="5669280" cy="4617720"/>
          </a:xfrm>
          <a:prstGeom prst="rect">
            <a:avLst/>
          </a:prstGeom>
          <a:noFill/>
        </p:spPr>
        <p:txBody>
          <a:bodyPr wrap="square" rtlCol="0" lIns="45720" rIns="45720" tIns="22860" bIns="22860"/>
          <a:lstStyle/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ID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[Problem Statement ID from the SIH portal]</a:t>
            </a:r>
            <a:endParaRPr lang="en-US" dirty="0"/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Title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Automated Programming Lab Evaluation Platform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Theme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Smart Education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PS Category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Software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Team ID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[Team ID from the SIH portal]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Team Name (Registered on portal)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[Team Name as registered on the portal]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19072" y="201168"/>
            <a:ext cx="7973568" cy="731520"/>
          </a:xfrm>
        </p:spPr>
        <p:txBody>
          <a:bodyPr/>
          <a:lstStyle/>
          <a:p>
            <a:pPr eaLnBrk="1" hangingPunct="1" algn="l" marL="0" indent="0">
              <a:lnSpc>
                <a:spcPct val="100000"/>
              </a:lnSpc>
              <a:buNone/>
            </a:pPr>
            <a:r>
              <a:rPr sz="2400" b="1" i="0" u="none">
                <a:solidFill>
                  <a:srgbClr val="1F497D"/>
                </a:solidFill>
                <a:latin typeface="Times New Roman"/>
                <a:cs typeface="Times New Roman" pitchFamily="34" charset="0"/>
              </a:rPr>
              <a:t>EvalPro - Programming Labs That Mark Themselves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992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buFont typeface="Wingdings" pitchFamily="34" charset="0"/>
              <a:buChar char="v"/>
              <a:spcAft>
                <a:spcPts val="1100"/>
              </a:spcAft>
            </a:pPr>
            <a:r>
              <a:rPr sz="20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Detailed explanation of the proposed solution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student submits their lab program. It is run, marked, and every mark is explained.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Each mark is tied to a topic, so a student sees which topic is weak - not just which lab.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Those marks add up across the semester into a picture of what each student understands.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How it addresses the problem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Collects labs, submissions and class lists from the college's existing system.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Analyses each submission, each student, each question and the whole class.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Tells students what to revise, and teachers what to explain again.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Innovation and uniqueness of the solution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missing bracket costs two marks, not the whole lab.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answer key never touches the student's program, so it cannot be copied.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marks the question paper too - unclear questions are flagged to the teacher.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When it is unsure, it says so and hands the work to a human.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3310128"/>
            <a:ext cx="11503152" cy="29077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buFont typeface="Wingdings" pitchFamily="34" charset="0"/>
              <a:buChar char="v"/>
              <a:spcAft>
                <a:spcPts val="600"/>
              </a:spcAft>
            </a:pPr>
            <a:r>
              <a:rPr sz="15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Technologies to be used (e.g. programming languages, frameworks, hardware)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Python and FastAPI, with a plain web interface that runs in any browser.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 programs run inside a sealed sandbox, away from college systems.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Proven methods for marking, plagiarism checking and tracking what a learner knows.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Ordinary hardware - no GPU, and no paid AI service to mark a submission.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100"/>
              </a:spcBef>
              <a:spcAft>
                <a:spcPts val="600"/>
              </a:spcAft>
            </a:pPr>
            <a:r>
              <a:rPr sz="15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Methodology and process for implementation (Flow Charts/Images/ working prototype)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teacher writes the question in plain English; the platform shows what it will check before anything is published.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Working prototype: a class of 24 students across four labs, marked end to end.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29184" y="1115568"/>
            <a:ext cx="2615184" cy="1481328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1.  COLLECT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lab questions, submissions
and class lists, from the
college's existing system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2944368" y="1856232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Rounded Rectangle 17412"/>
          <p:cNvSpPr/>
          <p:nvPr/>
        </p:nvSpPr>
        <p:spPr>
          <a:xfrm>
            <a:off x="3236976" y="1115568"/>
            <a:ext cx="2615184" cy="1481328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2.  MARK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run the program safely,
check it against the rubric,
explain every mark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5852160" y="1856232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6144768" y="1115568"/>
            <a:ext cx="2615184" cy="1481328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3.  UNDERSTAND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build a picture of which
topics each student
has actually got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8759952" y="1856232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9052560" y="1115568"/>
            <a:ext cx="2615184" cy="1481328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4.  ACT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tell students what to revise,
tell teachers what to reteach,
report on the course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29184" y="2651760"/>
            <a:ext cx="11475720" cy="402336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ctr" marL="0" indent="0">
              <a:lnSpc>
                <a:spcPct val="104000"/>
              </a:lnSpc>
              <a:buNone/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Every mark is tied to a topic. That one link is what turns a pile of lab marks into a picture of what a student actually understands.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20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300"/>
              </a:spcBef>
              <a:spcAft>
                <a:spcPts val="6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Analysis of the feasibility of the idea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already works. Nothing here waits on a research breakthrough.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Runs on a normal laptop or a small college server.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Fits the tools a college already uses, so marks return to the existing gradebook.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300"/>
              </a:spcBef>
              <a:spcAft>
                <a:spcPts val="6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challenges and risks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Running students' programs safely on our own machine.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wrong automatic mark loses a class's trust very quickly.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Wrongly accusing a student of copying.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abandoning anything that costs more time than it saves.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300"/>
              </a:spcBef>
              <a:spcAft>
                <a:spcPts val="6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Strategies for overcoming these challenges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program runs sealed off from everything else, then is destroyed.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Unsure work goes to the teacher, and any student can question any mark.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copying we show the matching lines only. The teacher decides.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Ten-minute setup, and every correction a teacher makes trains the system.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1089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Already built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class of 24 students and four labs, marked end to end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4281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~10 minutes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a teacher to set up one lab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17473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No extra cost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ordinary hardware, no paid AI service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389888"/>
            <a:ext cx="11503152" cy="4791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3400"/>
              </a:spcBef>
              <a:spcAft>
                <a:spcPts val="600"/>
              </a:spcAft>
            </a:pPr>
            <a:r>
              <a:rPr sz="20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impact on the target audience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Students see “your program crashes on an empty list” instead of “72/100”.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get their marking hours back, and hear what the class missed in time to teach it again.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Departments get NBA and NAAC outcome reports that are always up to date.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3400"/>
              </a:spcBef>
              <a:spcAft>
                <a:spcPts val="600"/>
              </a:spcAft>
            </a:pPr>
            <a:r>
              <a:rPr sz="20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Benefits of the solution (social, economic, environmental, etc.)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Fairer - one standard for everyone, every mark has a reason, every mark can be questioned.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Cheaper - an evening of marking becomes reviewing the few cases the system flagged.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Earlier - struggling students are found while something can still be done about it.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Lasting - what a class got wrong this year improves how it is taught next year.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20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Aft>
                <a:spcPts val="10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Details / Links of the reference and research work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Checking for copied code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Schleimer, Wilkerson &amp; Aiken, “Winnowing: Local Algorithms for Document Fingerprinting”, ACM SIGMOD 2003 - the method behind MOSS.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Tracking what a student knows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Corbett &amp; Anderson, “Knowledge Tracing”, User Modeling and User-Adapted Interaction, 1994.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Ebel &amp; Frisbie, Essentials of Educational Measurement - telling a good exam question from a bad one.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Marking programs automatically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Gulwani, Radicek &amp; Zuleger, “Automated Clustering and Program Repair for Introductory Programming Assignments”, PLDI 2018.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tree-sitter - the parser used to read student code even when it does not compile.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Running untrusted code, and the standards we build to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Agache et al., “Firecracker: Lightweight Virtualization”, USENIX NSDI 2020.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1EdTech LTI 1.3 for Moodle and Google Classroom; NBA (India) for the CO-PO reports.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10896" y="5559552"/>
            <a:ext cx="11576304" cy="566928"/>
          </a:xfrm>
          <a:prstGeom prst="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</p:spPr>
        <p:txBody>
          <a:bodyPr wrap="square" lIns="45720" rIns="45720" tIns="22860" bIns="2286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Working prototype and source code: github.com/Varshith-06/evalpro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